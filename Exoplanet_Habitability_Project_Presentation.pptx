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9" r:id="rId14"/>
    <p:sldId id="270" r:id="rId15"/>
    <p:sldId id="266" r:id="rId16"/>
    <p:sldId id="267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1810" y="1021080"/>
            <a:ext cx="7772400" cy="1470025"/>
          </a:xfrm>
        </p:spPr>
        <p:txBody>
          <a:bodyPr/>
          <a:lstStyle/>
          <a:p>
            <a:r>
              <a:t>Predicting the Habitability of Exoplanets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Machine Learning</a:t>
            </a:r>
          </a:p>
          <a:p>
            <a:r>
              <a:t>Internship Project Presentation</a:t>
            </a:r>
          </a:p>
        </p:txBody>
      </p:sp>
      <p:pic>
        <p:nvPicPr>
          <p:cNvPr id="4" name="Picture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9360" y="2915285"/>
            <a:ext cx="6685280" cy="2809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Thousands of exoplanets are discovered, but identifying habitable ones is complex.</a:t>
            </a:r>
          </a:p>
          <a:p>
            <a:r>
              <a:t>Manual analysis is time-consuming and error-prone.</a:t>
            </a:r>
          </a:p>
          <a:p>
            <a:r>
              <a:t>We need an automated, data-driven habitability prediction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habitability score of exoplanets using ML</a:t>
            </a:r>
          </a:p>
          <a:p>
            <a:r>
              <a:t>Rank top 10 most habitable exoplanets</a:t>
            </a:r>
          </a:p>
          <a:p>
            <a:r>
              <a:t>Provide interactive dashboard &amp; CSV upload</a:t>
            </a:r>
          </a:p>
          <a:p>
            <a:r>
              <a:t>Enable Excel &amp; PDF report export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Flask (Backend)</a:t>
            </a:r>
          </a:p>
          <a:p>
            <a:r>
              <a:t>HTML, CSS, JavaScript (Frontend)</a:t>
            </a:r>
          </a:p>
          <a:p>
            <a:r>
              <a:t>Machine Learning (XGBoost / Regression)</a:t>
            </a:r>
          </a:p>
          <a:p>
            <a:r>
              <a:t>SQLite Database</a:t>
            </a:r>
          </a:p>
          <a:p>
            <a:r>
              <a:t>Plotly for Visualizations</a:t>
            </a:r>
          </a:p>
          <a:p>
            <a:r>
              <a:t>Render Cloud for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NASA Exoplanet Dataset</a:t>
            </a:r>
          </a:p>
          <a:p>
            <a:r>
              <a:t>Planet Radius (pl_rade)</a:t>
            </a:r>
          </a:p>
          <a:p>
            <a:r>
              <a:t>Planet Mass (pl_bmasse)</a:t>
            </a:r>
          </a:p>
          <a:p>
            <a:r>
              <a:t>Equilibrium Temperature (pl_eqt)</a:t>
            </a:r>
          </a:p>
          <a:p>
            <a:r>
              <a:t>Orbital Period (pl_orbper)</a:t>
            </a:r>
          </a:p>
          <a:p>
            <a:r>
              <a:t>Star Temperature (st_teff)</a:t>
            </a:r>
          </a:p>
          <a:p>
            <a:r>
              <a:t>Star Radius (st_rad)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interacts with Web UI</a:t>
            </a:r>
          </a:p>
          <a:p>
            <a:r>
              <a:t>Flask backend receives input</a:t>
            </a:r>
          </a:p>
          <a:p>
            <a:r>
              <a:t>ML model predicts habitability score</a:t>
            </a:r>
          </a:p>
          <a:p>
            <a:r>
              <a:t>Results stored &amp; visualized</a:t>
            </a:r>
          </a:p>
          <a:p>
            <a:r>
              <a:t>Dashboard shows charts and rankings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habitability prediction</a:t>
            </a:r>
          </a:p>
          <a:p>
            <a:r>
              <a:t>CSV upload &amp; automatic top-10 ranking</a:t>
            </a:r>
          </a:p>
          <a:p>
            <a:r>
              <a:t>Feature importance visualization</a:t>
            </a:r>
          </a:p>
          <a:p>
            <a:r>
              <a:t>Habitability score distribution</a:t>
            </a:r>
          </a:p>
          <a:p>
            <a:r>
              <a:t>Star-planet correlation plots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Interactive charts using Plotly</a:t>
            </a:r>
            <a:endParaRPr sz="2800"/>
          </a:p>
          <a:p>
            <a:r>
              <a:rPr sz="2800"/>
              <a:t>Top 10 ranked planets table</a:t>
            </a:r>
            <a:endParaRPr sz="2800"/>
          </a:p>
          <a:p>
            <a:r>
              <a:rPr sz="2800"/>
              <a:t>CSV-based ranking display</a:t>
            </a:r>
            <a:endParaRPr sz="2800"/>
          </a:p>
          <a:p>
            <a:r>
              <a:rPr sz="2800"/>
              <a:t>Excel &amp; PDF export options</a:t>
            </a:r>
            <a:endParaRPr sz="2800"/>
          </a:p>
        </p:txBody>
      </p:sp>
      <p:pic>
        <p:nvPicPr>
          <p:cNvPr id="4" name="Picture 3" descr="Screenshot 2026-01-20 2321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290" y="3553460"/>
            <a:ext cx="6868160" cy="31711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 for version control</a:t>
            </a:r>
          </a:p>
          <a:p>
            <a:r>
              <a:t>Render cloud platform</a:t>
            </a:r>
          </a:p>
          <a:p>
            <a:r>
              <a:t>Gunicorn production server</a:t>
            </a:r>
          </a:p>
          <a:p>
            <a:r>
              <a:rPr lang="en-IN"/>
              <a:t>Render url:-</a:t>
            </a:r>
            <a:r>
              <a:rPr lang="en-US" altLang="en-US"/>
              <a:t>https://predicting-the-habitability-of-loit.onrender.com</a:t>
            </a:r>
            <a:endParaRPr lang="en-US" altLang="en-US"/>
          </a:p>
          <a:p>
            <a:r>
              <a:rPr lang="en-IN" altLang="en-US"/>
              <a:t>Drive link:-</a:t>
            </a:r>
            <a:r>
              <a:rPr lang="en-US" altLang="en-US"/>
              <a:t>https://drive.google.com/file/d/1w57gY_ZXp1BQGlhOKjgIg5TUDjwelxEq/view?t=7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Accurate habitability predictions</a:t>
            </a:r>
          </a:p>
          <a:p>
            <a:r>
              <a:t>Automated ranking of planets</a:t>
            </a:r>
          </a:p>
          <a:p>
            <a:r>
              <a:t>User-friendly web interface</a:t>
            </a:r>
          </a:p>
          <a:p>
            <a:r>
              <a:t>Fast and scalable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6" name="Content Placeholder 5" descr="Screenshot 2026-01-20 23200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2420" y="2025650"/>
            <a:ext cx="4259580" cy="4301490"/>
          </a:xfrm>
          <a:prstGeom prst="rect">
            <a:avLst/>
          </a:prstGeom>
        </p:spPr>
      </p:pic>
      <p:pic>
        <p:nvPicPr>
          <p:cNvPr id="7" name="Picture 6" descr="Screenshot 2026-01-20 2320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290" y="2011045"/>
            <a:ext cx="4109720" cy="43160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2026-01-20 23211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1945" y="798830"/>
            <a:ext cx="8364855" cy="52603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2026-01-20 23214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274955"/>
            <a:ext cx="8229600" cy="3154045"/>
          </a:xfrm>
          <a:prstGeom prst="rect">
            <a:avLst/>
          </a:prstGeom>
        </p:spPr>
      </p:pic>
      <p:pic>
        <p:nvPicPr>
          <p:cNvPr id="5" name="Picture 4" descr="Screenshot 2026-01-20 2323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64255"/>
            <a:ext cx="8285480" cy="32016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 simplifies exoplanet habitability analysis</a:t>
            </a:r>
          </a:p>
          <a:p>
            <a:r>
              <a:t>Project demonstrates full-stack ML deployment</a:t>
            </a:r>
          </a:p>
          <a:p>
            <a:r>
              <a:t>Can be extended with more astronomical data</a:t>
            </a:r>
          </a:p>
          <a:p>
            <a:r>
              <a:t>Useful for research and space exploration studies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290" y="3026410"/>
            <a:ext cx="7207250" cy="805815"/>
          </a:xfrm>
        </p:spPr>
        <p:txBody>
          <a:bodyPr>
            <a:normAutofit/>
          </a:bodyPr>
          <a:lstStyle/>
          <a:p>
            <a:r>
              <a:rPr>
                <a:sym typeface="+mn-ea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120" y="3230245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endParaRPr>
              <a:sym typeface="+mn-ea"/>
            </a:endParaRPr>
          </a:p>
          <a:p>
            <a:pPr marL="0" indent="0" algn="ctr">
              <a:buNone/>
            </a:pPr>
          </a:p>
          <a:p>
            <a:pPr marL="0" indent="0" algn="ctr">
              <a:buNone/>
            </a:pPr>
          </a:p>
          <a:p>
            <a:pPr marL="0" indent="0" algn="ctr">
              <a:buNone/>
            </a:pPr>
            <a:endParaRPr sz="5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1885</Words>
  <Application>WPS Presentation</Application>
  <PresentationFormat>On-screen Show (4:3)</PresentationFormat>
  <Paragraphs>88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Predicting the Habitability of Exoplanets</vt:lpstr>
      <vt:lpstr>Problem Statement</vt:lpstr>
      <vt:lpstr>Project Objectives</vt:lpstr>
      <vt:lpstr>Technologies Used</vt:lpstr>
      <vt:lpstr>Dataset &amp; Features</vt:lpstr>
      <vt:lpstr>System Architecture</vt:lpstr>
      <vt:lpstr>Key Features</vt:lpstr>
      <vt:lpstr>Dashboard Overview</vt:lpstr>
      <vt:lpstr>Deployment</vt:lpstr>
      <vt:lpstr>Results</vt:lpstr>
      <vt:lpstr>PowerPoint 演示文稿</vt:lpstr>
      <vt:lpstr>PowerPoint 演示文稿</vt:lpstr>
      <vt:lpstr>PowerPoint 演示文稿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Kishore Kunchala</cp:lastModifiedBy>
  <cp:revision>2</cp:revision>
  <dcterms:created xsi:type="dcterms:W3CDTF">2013-01-27T09:14:00Z</dcterms:created>
  <dcterms:modified xsi:type="dcterms:W3CDTF">2026-01-20T18:19:21Z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218FC242CCB244AFB0C93591C8CD1D39_13</vt:lpwstr>
  </property>
  <property fmtid="{D5CDD505-2E9C-101B-9397-08002B2CF9AE}" pid="3" name="KSOProductBuildVer">
    <vt:lpwstr>1033-12.2.0.23196</vt:lpwstr>
  </property>
</Properties>
</file>